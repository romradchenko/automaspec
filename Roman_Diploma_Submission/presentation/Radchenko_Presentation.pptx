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248820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18</Words>
  <Application>Microsoft Office PowerPoint</Application>
  <PresentationFormat>Widescreen</PresentationFormat>
  <Paragraphs>18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0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**Automaspec**</dc:title>
  <dc:subject>PptxGenJS Presentation</dc:subject>
  <dc:creator>Created by Marp</dc:creator>
  <cp:lastModifiedBy>Roman Radchenko</cp:lastModifiedBy>
  <cp:revision>1</cp:revision>
  <dcterms:created xsi:type="dcterms:W3CDTF">2026-01-08T19:36:59Z</dcterms:created>
  <dcterms:modified xsi:type="dcterms:W3CDTF">2026-01-08T19:41:44Z</dcterms:modified>
</cp:coreProperties>
</file>